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"/>
  </p:notesMasterIdLst>
  <p:sldSz cx="9144000" cy="5143500" type="screen16x9"/>
  <p:notesSz cx="6858000" cy="9144000"/>
  <p:embeddedFontLst>
    <p:embeddedFont>
      <p:font typeface="Fjalla One" panose="02000506040000020004" pitchFamily="2" charset="0"/>
      <p:regular r:id="rId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C2EA9D-20DC-1E4E-AB77-43962551D8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829" y="869045"/>
            <a:ext cx="7735230" cy="398545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59BA3-D4EE-FF43-9305-26548FE3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829" y="296345"/>
            <a:ext cx="7735230" cy="52959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>
                    <a:lumMod val="50000"/>
                  </a:schemeClr>
                </a:solidFill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FA80D3-4AA9-4C4F-A21E-88070C826AF8}"/>
              </a:ext>
            </a:extLst>
          </p:cNvPr>
          <p:cNvCxnSpPr/>
          <p:nvPr userDrawn="1"/>
        </p:nvCxnSpPr>
        <p:spPr>
          <a:xfrm>
            <a:off x="724829" y="847495"/>
            <a:ext cx="7735230" cy="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39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Fjalla One</vt:lpstr>
      <vt:lpstr>Simple Light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philip pridmorebrown</cp:lastModifiedBy>
  <cp:revision>10</cp:revision>
  <dcterms:modified xsi:type="dcterms:W3CDTF">2022-01-23T00:32:29Z</dcterms:modified>
</cp:coreProperties>
</file>